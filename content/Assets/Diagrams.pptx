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94660"/>
  </p:normalViewPr>
  <p:slideViewPr>
    <p:cSldViewPr snapToGrid="0">
      <p:cViewPr>
        <p:scale>
          <a:sx n="71" d="100"/>
          <a:sy n="71" d="100"/>
        </p:scale>
        <p:origin x="2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114C-C1CE-3DB6-7688-2E7A5749A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C3D60-DA60-C23E-E838-51171465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E5BB-E443-90FF-AD32-AE55AE04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B3B92-F8DF-E6E8-40A7-12245CB4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B5FBC-1C8E-0E4A-25A9-0F2CD72F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A580-7385-0292-9DF0-C41CD949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5E92-39BB-9F21-39DA-AFEBCA120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ABFA5-807B-3078-C004-9282BD52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89305-D54D-1F8C-A73B-A515DE83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5A3D-6EBB-CA82-F0AD-208AD99D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1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31C2-9F10-B344-AAC0-6F5E4BB9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CF74F-E3A7-B1D7-F4AD-5D6AF35A2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DF1D7-3545-9971-7FF1-57488724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9E926-3A7E-002F-C502-98959EBD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FAE7C-D95D-8388-294C-F109442D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C9FE-8585-F376-4094-9C655A0F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AB8E-5CEB-D2DF-577A-CFF562A67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D943D-0C67-7A9D-98C3-D863B7123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D76EB-24CA-D3FD-6F17-702B150D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AF9CC-89CE-35A5-A99B-27254E6EF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097D6-8573-D873-2BB3-65E1AE94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1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229C-9FC9-903C-159A-41275274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0EBE3-86C0-9EE1-85C2-F22BC6DF3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20828-869F-BE83-CA47-2ADF46CA6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E9E8C-C1C6-B696-F334-429D41920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0AED9-BA34-8FD8-1C1A-39A8CC626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E6B57-A258-FFA2-CA54-25E07AB1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7AC84-7F56-42A3-981C-6F4CDAE4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4B5CA-65E8-A423-5CBB-27ECF0FF2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1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E44A-A6D2-6891-9BA5-E269E499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77554-130C-3A1A-F4A4-353B6455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8852B-FBD7-60E3-70B3-35F261AE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E0474-52A8-683B-B840-0E4C0EFC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27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FD9CC-3B28-3C98-E9A3-522654DE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B7AFF-14CC-8B54-8FB6-37752D8B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F4E92-B66B-8CF7-B665-4705CB7A0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2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7671-8F0E-37CC-E2CD-8BAD16BA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531B-1DB6-BB03-0826-13650A468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CB648-DCE4-912F-9F63-418177705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32982-308D-323E-F449-D11DF348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F6545-6713-5A32-B3F4-E7E61E62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8ED15-343A-5B17-F249-87DB15ED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1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22C7-D53E-5FCF-3C65-976EA44F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3E598-5AC9-6430-E455-53733C460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00FCD-4EA8-5017-3274-31EC52651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B8087-60C4-8A61-62B4-02A6F212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87D6-9ECC-BF12-59F5-EA5C9EB1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246BC-1712-1885-6456-6764B0A0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8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C00B-3D58-B98C-F1F1-F7CA3726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009D3-0001-8AE5-746A-E22A01EEA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B0AF3-9CC9-733B-BE69-F1D071F7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CFD92-674C-CED7-5B19-78C05FF6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4AED0-D262-5623-9F81-24B4C96D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5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58965-CE06-9ED1-8DC5-44EF0010D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8C8C1-578B-E3C4-A669-6AC0886DD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E3D39-5E0F-1CCE-0BE2-492A910F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6D7DE-AAE9-85AA-14AF-7F1B455E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8BE93-A9DF-BA33-A649-0500839E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6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5132D-9FE9-0EA7-18D5-D73F38E6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18ED2-83B3-082F-76BD-6DDB25079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774D9-D587-2E18-96B3-4389EED67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13C41-E08D-4295-A525-FD8AD26AA35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154A-3254-5535-1A7E-724217DD0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AB6C3-ED89-8A25-E5E4-80D9A4145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4A9B5-26C0-42D0-B6D4-57C2D8828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5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microsoft.com/office/2007/relationships/hdphoto" Target="../media/hdphoto4.wdp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microsoft.com/office/2007/relationships/hdphoto" Target="../media/hdphoto3.wdp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 descr="A group of circular symbols&#10;&#10;AI-generated content may be incorrect.">
            <a:extLst>
              <a:ext uri="{FF2B5EF4-FFF2-40B4-BE49-F238E27FC236}">
                <a16:creationId xmlns:a16="http://schemas.microsoft.com/office/drawing/2014/main" id="{C262E71A-F18F-BD54-AA48-EA41D7B03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26000"/>
                    </a14:imgEffect>
                  </a14:imgLayer>
                </a14:imgProps>
              </a:ext>
            </a:extLst>
          </a:blip>
          <a:srcRect l="54317" t="50000" r="4294" b="8828"/>
          <a:stretch/>
        </p:blipFill>
        <p:spPr>
          <a:xfrm>
            <a:off x="5664702" y="1696370"/>
            <a:ext cx="919208" cy="914400"/>
          </a:xfrm>
          <a:prstGeom prst="rect">
            <a:avLst/>
          </a:prstGeom>
        </p:spPr>
      </p:pic>
      <p:pic>
        <p:nvPicPr>
          <p:cNvPr id="56" name="Picture 55" descr="A group of symbols in circles&#10;&#10;AI-generated content may be incorrect.">
            <a:extLst>
              <a:ext uri="{FF2B5EF4-FFF2-40B4-BE49-F238E27FC236}">
                <a16:creationId xmlns:a16="http://schemas.microsoft.com/office/drawing/2014/main" id="{BC7CDDAC-20CC-67DA-3DE7-F2FF91E99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11" t="50505" r="6670" b="7777"/>
          <a:stretch/>
        </p:blipFill>
        <p:spPr>
          <a:xfrm>
            <a:off x="5140544" y="4019616"/>
            <a:ext cx="889752" cy="889716"/>
          </a:xfrm>
          <a:prstGeom prst="rect">
            <a:avLst/>
          </a:prstGeom>
        </p:spPr>
      </p:pic>
      <p:pic>
        <p:nvPicPr>
          <p:cNvPr id="62" name="Picture 61" descr="A group of symbols in circles&#10;&#10;AI-generated content may be incorrect.">
            <a:extLst>
              <a:ext uri="{FF2B5EF4-FFF2-40B4-BE49-F238E27FC236}">
                <a16:creationId xmlns:a16="http://schemas.microsoft.com/office/drawing/2014/main" id="{331A6927-69EC-0746-B352-18DEDE995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" t="5538" r="58512" b="56035"/>
          <a:stretch/>
        </p:blipFill>
        <p:spPr>
          <a:xfrm>
            <a:off x="6796474" y="3165852"/>
            <a:ext cx="919488" cy="914400"/>
          </a:xfrm>
          <a:prstGeom prst="rect">
            <a:avLst/>
          </a:prstGeom>
        </p:spPr>
      </p:pic>
      <p:pic>
        <p:nvPicPr>
          <p:cNvPr id="65" name="Picture 64" descr="A group of symbols in circles&#10;&#10;AI-generated content may be incorrect.">
            <a:extLst>
              <a:ext uri="{FF2B5EF4-FFF2-40B4-BE49-F238E27FC236}">
                <a16:creationId xmlns:a16="http://schemas.microsoft.com/office/drawing/2014/main" id="{359ADDA2-4240-0519-F247-EF995EA1C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" t="51531" r="57257" b="8496"/>
          <a:stretch/>
        </p:blipFill>
        <p:spPr>
          <a:xfrm>
            <a:off x="6601705" y="2149723"/>
            <a:ext cx="919508" cy="914400"/>
          </a:xfrm>
          <a:prstGeom prst="rect">
            <a:avLst/>
          </a:prstGeom>
        </p:spPr>
      </p:pic>
      <p:pic>
        <p:nvPicPr>
          <p:cNvPr id="66" name="Picture 65" descr="A group of symbols in circles&#10;&#10;AI-generated content may be incorrect.">
            <a:extLst>
              <a:ext uri="{FF2B5EF4-FFF2-40B4-BE49-F238E27FC236}">
                <a16:creationId xmlns:a16="http://schemas.microsoft.com/office/drawing/2014/main" id="{1CD04DBD-6EB6-6A35-FAF8-A9EBC33F1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9" t="5319" r="8365" b="54709"/>
          <a:stretch/>
        </p:blipFill>
        <p:spPr>
          <a:xfrm>
            <a:off x="4461288" y="3208600"/>
            <a:ext cx="900777" cy="914400"/>
          </a:xfrm>
          <a:prstGeom prst="rect">
            <a:avLst/>
          </a:prstGeom>
        </p:spPr>
      </p:pic>
      <p:pic>
        <p:nvPicPr>
          <p:cNvPr id="67" name="Picture 66" descr="A group of circular symbols&#10;&#10;AI-generated content may be incorrect.">
            <a:extLst>
              <a:ext uri="{FF2B5EF4-FFF2-40B4-BE49-F238E27FC236}">
                <a16:creationId xmlns:a16="http://schemas.microsoft.com/office/drawing/2014/main" id="{C964D9C7-85A1-E788-7D9C-FA4C468E3C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504" t="3987" r="28794" b="53484"/>
          <a:stretch/>
        </p:blipFill>
        <p:spPr>
          <a:xfrm>
            <a:off x="4694883" y="2133352"/>
            <a:ext cx="918075" cy="914400"/>
          </a:xfrm>
          <a:prstGeom prst="rect">
            <a:avLst/>
          </a:prstGeom>
        </p:spPr>
      </p:pic>
      <p:pic>
        <p:nvPicPr>
          <p:cNvPr id="68" name="Picture 67" descr="A group of circular symbols&#10;&#10;AI-generated content may be incorrect.">
            <a:extLst>
              <a:ext uri="{FF2B5EF4-FFF2-40B4-BE49-F238E27FC236}">
                <a16:creationId xmlns:a16="http://schemas.microsoft.com/office/drawing/2014/main" id="{75ECB0BD-8996-0F6F-9317-51B9F7531C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4" t="50250" r="54318" b="8579"/>
          <a:stretch/>
        </p:blipFill>
        <p:spPr>
          <a:xfrm>
            <a:off x="6158655" y="3996745"/>
            <a:ext cx="919209" cy="914400"/>
          </a:xfrm>
          <a:prstGeom prst="rect">
            <a:avLst/>
          </a:prstGeom>
        </p:spPr>
      </p:pic>
      <p:sp>
        <p:nvSpPr>
          <p:cNvPr id="73" name="Heptagon 72">
            <a:extLst>
              <a:ext uri="{FF2B5EF4-FFF2-40B4-BE49-F238E27FC236}">
                <a16:creationId xmlns:a16="http://schemas.microsoft.com/office/drawing/2014/main" id="{37BF46D8-A677-D44D-0B52-3E885E227990}"/>
              </a:ext>
            </a:extLst>
          </p:cNvPr>
          <p:cNvSpPr>
            <a:spLocks noChangeAspect="1"/>
          </p:cNvSpPr>
          <p:nvPr/>
        </p:nvSpPr>
        <p:spPr>
          <a:xfrm rot="10800000">
            <a:off x="5669280" y="3017520"/>
            <a:ext cx="850392" cy="84124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A2DCFC9-EEE6-D93D-9C3D-9F086D15D460}"/>
              </a:ext>
            </a:extLst>
          </p:cNvPr>
          <p:cNvCxnSpPr>
            <a:cxnSpLocks/>
            <a:endCxn id="73" idx="6"/>
          </p:cNvCxnSpPr>
          <p:nvPr/>
        </p:nvCxnSpPr>
        <p:spPr>
          <a:xfrm flipV="1">
            <a:off x="6094475" y="3858768"/>
            <a:ext cx="1" cy="1423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8D1F9D-5F08-EE89-7CB5-9FE5B47AB55E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6435457" y="3692148"/>
            <a:ext cx="1160028" cy="8289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12692C3-272D-96AC-8EFD-F18392C87F1B}"/>
              </a:ext>
            </a:extLst>
          </p:cNvPr>
          <p:cNvCxnSpPr>
            <a:cxnSpLocks/>
            <a:endCxn id="73" idx="4"/>
          </p:cNvCxnSpPr>
          <p:nvPr/>
        </p:nvCxnSpPr>
        <p:spPr>
          <a:xfrm flipH="1">
            <a:off x="6519674" y="2908876"/>
            <a:ext cx="1439657" cy="40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2002567-6F9C-5F93-0120-9A5D974BE29C}"/>
              </a:ext>
            </a:extLst>
          </p:cNvPr>
          <p:cNvCxnSpPr>
            <a:cxnSpLocks/>
            <a:endCxn id="73" idx="3"/>
          </p:cNvCxnSpPr>
          <p:nvPr/>
        </p:nvCxnSpPr>
        <p:spPr>
          <a:xfrm flipH="1">
            <a:off x="6283705" y="1575517"/>
            <a:ext cx="651658" cy="1441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5EA43A8-0633-85BB-3F8A-06328755B164}"/>
              </a:ext>
            </a:extLst>
          </p:cNvPr>
          <p:cNvCxnSpPr>
            <a:cxnSpLocks/>
            <a:endCxn id="73" idx="2"/>
          </p:cNvCxnSpPr>
          <p:nvPr/>
        </p:nvCxnSpPr>
        <p:spPr>
          <a:xfrm>
            <a:off x="5280733" y="1575516"/>
            <a:ext cx="624514" cy="144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FFC4756-D601-E8D4-2070-890CAC9639A5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4232669" y="2907383"/>
            <a:ext cx="1436609" cy="4103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5FB0F4-5B7C-40AC-4ED9-A2F37E7A51BF}"/>
              </a:ext>
            </a:extLst>
          </p:cNvPr>
          <p:cNvCxnSpPr>
            <a:cxnSpLocks/>
            <a:endCxn id="73" idx="0"/>
          </p:cNvCxnSpPr>
          <p:nvPr/>
        </p:nvCxnSpPr>
        <p:spPr>
          <a:xfrm flipV="1">
            <a:off x="4597884" y="3692148"/>
            <a:ext cx="1155611" cy="8289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Heptagon 111">
            <a:extLst>
              <a:ext uri="{FF2B5EF4-FFF2-40B4-BE49-F238E27FC236}">
                <a16:creationId xmlns:a16="http://schemas.microsoft.com/office/drawing/2014/main" id="{E64BD6AF-23B5-C4FE-9E2A-BA6AF5260DAA}"/>
              </a:ext>
            </a:extLst>
          </p:cNvPr>
          <p:cNvSpPr>
            <a:spLocks noChangeAspect="1"/>
          </p:cNvSpPr>
          <p:nvPr/>
        </p:nvSpPr>
        <p:spPr>
          <a:xfrm rot="10800000">
            <a:off x="4234040" y="1581272"/>
            <a:ext cx="3725291" cy="3685234"/>
          </a:xfrm>
          <a:prstGeom prst="hept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5" name="Picture 134" descr="A purple pentagram with an eye in a circle&#10;&#10;AI-generated content may be incorrect.">
            <a:extLst>
              <a:ext uri="{FF2B5EF4-FFF2-40B4-BE49-F238E27FC236}">
                <a16:creationId xmlns:a16="http://schemas.microsoft.com/office/drawing/2014/main" id="{C99DAA18-3C67-F8BB-74D3-D2D44C90C64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42682" y="4202450"/>
            <a:ext cx="1573793" cy="1573793"/>
          </a:xfrm>
          <a:prstGeom prst="rect">
            <a:avLst/>
          </a:prstGeom>
        </p:spPr>
      </p:pic>
      <p:pic>
        <p:nvPicPr>
          <p:cNvPr id="137" name="Picture 136" descr="A red dragon with a circle and flames&#10;&#10;AI-generated content may be incorrect.">
            <a:extLst>
              <a:ext uri="{FF2B5EF4-FFF2-40B4-BE49-F238E27FC236}">
                <a16:creationId xmlns:a16="http://schemas.microsoft.com/office/drawing/2014/main" id="{98E60630-D42C-EC1D-5020-BE8F1B0470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868" y="663432"/>
            <a:ext cx="1377593" cy="1377593"/>
          </a:xfrm>
          <a:prstGeom prst="rect">
            <a:avLst/>
          </a:prstGeom>
        </p:spPr>
      </p:pic>
      <p:pic>
        <p:nvPicPr>
          <p:cNvPr id="143" name="Picture 142" descr="A gold star and leaf design&#10;&#10;AI-generated content may be incorrect.">
            <a:extLst>
              <a:ext uri="{FF2B5EF4-FFF2-40B4-BE49-F238E27FC236}">
                <a16:creationId xmlns:a16="http://schemas.microsoft.com/office/drawing/2014/main" id="{80DB9A15-8711-A038-BF9D-C50592562D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4184" y="462416"/>
            <a:ext cx="1377593" cy="1377593"/>
          </a:xfrm>
          <a:prstGeom prst="rect">
            <a:avLst/>
          </a:prstGeom>
        </p:spPr>
      </p:pic>
      <p:pic>
        <p:nvPicPr>
          <p:cNvPr id="147" name="Picture 146" descr="A blue tree with a star and crescent moon&#10;&#10;AI-generated content may be incorrect.">
            <a:extLst>
              <a:ext uri="{FF2B5EF4-FFF2-40B4-BE49-F238E27FC236}">
                <a16:creationId xmlns:a16="http://schemas.microsoft.com/office/drawing/2014/main" id="{56B5E977-7D8B-0DE9-B89D-34A89EF391A2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23787" y="505963"/>
            <a:ext cx="1202933" cy="1202933"/>
          </a:xfrm>
          <a:prstGeom prst="rect">
            <a:avLst/>
          </a:prstGeom>
        </p:spPr>
      </p:pic>
      <p:pic>
        <p:nvPicPr>
          <p:cNvPr id="149" name="Picture 148" descr="A logo of a sword and a crescent&#10;&#10;AI-generated content may be incorrect.">
            <a:extLst>
              <a:ext uri="{FF2B5EF4-FFF2-40B4-BE49-F238E27FC236}">
                <a16:creationId xmlns:a16="http://schemas.microsoft.com/office/drawing/2014/main" id="{33751629-3183-B3E7-9017-8751FC6881E8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9394" y="5432895"/>
            <a:ext cx="1052827" cy="1052827"/>
          </a:xfrm>
          <a:prstGeom prst="rect">
            <a:avLst/>
          </a:prstGeom>
        </p:spPr>
      </p:pic>
      <p:pic>
        <p:nvPicPr>
          <p:cNvPr id="151" name="Picture 150" descr="A logo of a dragon with flames&#10;&#10;AI-generated content may be incorrect.">
            <a:extLst>
              <a:ext uri="{FF2B5EF4-FFF2-40B4-BE49-F238E27FC236}">
                <a16:creationId xmlns:a16="http://schemas.microsoft.com/office/drawing/2014/main" id="{97883307-70B4-5235-A419-3D729CC872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2386" y="4299296"/>
            <a:ext cx="1133599" cy="1133599"/>
          </a:xfrm>
          <a:prstGeom prst="rect">
            <a:avLst/>
          </a:prstGeom>
        </p:spPr>
      </p:pic>
      <p:pic>
        <p:nvPicPr>
          <p:cNvPr id="155" name="Picture 154" descr="A symbol of scales and chain&#10;&#10;AI-generated content may be incorrect.">
            <a:extLst>
              <a:ext uri="{FF2B5EF4-FFF2-40B4-BE49-F238E27FC236}">
                <a16:creationId xmlns:a16="http://schemas.microsoft.com/office/drawing/2014/main" id="{B272032B-7534-2EC0-1FBE-EA4B64485B6A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11075" y="2337710"/>
            <a:ext cx="1168901" cy="1168901"/>
          </a:xfrm>
          <a:prstGeom prst="rect">
            <a:avLst/>
          </a:prstGeom>
        </p:spPr>
      </p:pic>
      <p:pic>
        <p:nvPicPr>
          <p:cNvPr id="157" name="Picture 156" descr="A logo with a flower and flames&#10;&#10;AI-generated content may be incorrect.">
            <a:extLst>
              <a:ext uri="{FF2B5EF4-FFF2-40B4-BE49-F238E27FC236}">
                <a16:creationId xmlns:a16="http://schemas.microsoft.com/office/drawing/2014/main" id="{7D1E8C26-9C0B-682F-77A6-7D0D87DFB2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9394" y="24150"/>
            <a:ext cx="1377592" cy="1377592"/>
          </a:xfrm>
          <a:prstGeom prst="rect">
            <a:avLst/>
          </a:prstGeom>
        </p:spPr>
      </p:pic>
      <p:pic>
        <p:nvPicPr>
          <p:cNvPr id="159" name="Picture 158" descr="A red and white flower with fire design&#10;&#10;AI-generated content may be incorrect.">
            <a:extLst>
              <a:ext uri="{FF2B5EF4-FFF2-40B4-BE49-F238E27FC236}">
                <a16:creationId xmlns:a16="http://schemas.microsoft.com/office/drawing/2014/main" id="{012D91BB-71EF-4833-6D64-8F32674156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2025" y="2091654"/>
            <a:ext cx="1346490" cy="1346490"/>
          </a:xfrm>
          <a:prstGeom prst="rect">
            <a:avLst/>
          </a:prstGeom>
        </p:spPr>
      </p:pic>
      <p:pic>
        <p:nvPicPr>
          <p:cNvPr id="165" name="Picture 16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A99E58B2-E9AB-2FEC-B2BB-CA537986BFC4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376" y="5241487"/>
            <a:ext cx="1154198" cy="115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59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Smith</dc:creator>
  <cp:lastModifiedBy>Harrison Smith</cp:lastModifiedBy>
  <cp:revision>3</cp:revision>
  <dcterms:created xsi:type="dcterms:W3CDTF">2025-05-27T14:53:35Z</dcterms:created>
  <dcterms:modified xsi:type="dcterms:W3CDTF">2025-05-27T18:44:04Z</dcterms:modified>
</cp:coreProperties>
</file>